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Начну с того, как решение можно проверить. На этом слайде перед подачей будут</a:t>
            </a:r>
          </a:p>
          <a:p>
            <a:r>
              <a:t>финальные QR-код и ссылка на mini app, адрес публичного API, зафиксированная</a:t>
            </a:r>
          </a:p>
          <a:p>
            <a:r>
              <a:t>версия исходников и тестовый пользователь. Мы специально вынесли доступы в</a:t>
            </a:r>
          </a:p>
          <a:p>
            <a:r>
              <a:t>начало, чтобы техническому эксперту не пришлось искать их по презентации.</a:t>
            </a:r>
          </a:p>
          <a:p/>
          <a:p>
            <a:r>
              <a:t>Основной проверочный сценарий короткий: открыть mini app, выбрать интересы,</a:t>
            </a:r>
          </a:p>
          <a:p>
            <a:r>
              <a:t>получить маршрут и сохранить его. Дальше покажу, для кого и зачем мы этот путь</a:t>
            </a:r>
          </a:p>
          <a:p>
            <a:r>
              <a:t>собрали.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«Непарадный Ставрополь» — это личный проводник для человека, у которого есть</a:t>
            </a:r>
          </a:p>
          <a:p>
            <a:r>
              <a:t>несколько свободных часов в незнакомом городе. Вместо десятка вкладок он</a:t>
            </a:r>
          </a:p>
          <a:p>
            <a:r>
              <a:t>открывает MAX, выбирает интересы и получает готовую прогулку.</a:t>
            </a:r>
          </a:p>
          <a:p/>
          <a:p>
            <a:r>
              <a:t>Это уже работающий продукт, а не макет. Мы начинали со Ставрополя, но проектируем</a:t>
            </a:r>
          </a:p>
          <a:p>
            <a:r>
              <a:t>сценарий так, чтобы переносить его на другие города через контент и правила</a:t>
            </a:r>
          </a:p>
          <a:p>
            <a:r>
              <a:t>качества, не переписывая ядро.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 основной пользователь — самостоятельный турист 18–35 лет, приехавший на</a:t>
            </a:r>
          </a:p>
          <a:p>
            <a:r>
              <a:t>день или выходные. У него осталось от двух до шести часов, и он хочет увидеть</a:t>
            </a:r>
          </a:p>
          <a:p>
            <a:r>
              <a:t>что-то живое и местное, а не только первую строку выдачи.</a:t>
            </a:r>
          </a:p>
          <a:p/>
          <a:p>
            <a:r>
              <a:t>Сегодня план распадается на карты, подборки, отзывы и ручную логистику. В</a:t>
            </a:r>
          </a:p>
          <a:p>
            <a:r>
              <a:t>коротком временном окне ошибка особенно дорогая: можно долго выбирать, приехать</a:t>
            </a:r>
          </a:p>
          <a:p>
            <a:r>
              <a:t>к закрытому месту или построить неудобный маршрут. Пока это продуктовая</a:t>
            </a:r>
          </a:p>
          <a:p>
            <a:r>
              <a:t>гипотеза; следующим шагом мы проверяем её в пяти–семи интервью, не выдавая</a:t>
            </a:r>
          </a:p>
          <a:p>
            <a:r>
              <a:t>предположение за готовое исследование.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Слева показан текущий путь: пользователь скачет между источниками и сам</a:t>
            </a:r>
          </a:p>
          <a:p>
            <a:r>
              <a:t>соединяет точки. Справа — один последовательный сценарий: открыть MAX, указать</a:t>
            </a:r>
          </a:p>
          <a:p>
            <a:r>
              <a:t>интересы и время, получить маршрут, сохранить или отправить его.</a:t>
            </a:r>
          </a:p>
          <a:p/>
          <a:p>
            <a:r>
              <a:t>Ключевой эффект — не ещё одна база мест. Мы сокращаем путь от мысли «куда</a:t>
            </a:r>
          </a:p>
          <a:p>
            <a:r>
              <a:t>пойти» до выполнимой прогулки в одном привычном канале. Теперь покажу этот</a:t>
            </a:r>
          </a:p>
          <a:p>
            <a:r>
              <a:t>сценарий по шагам.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Демонстрация строится вокруг одного сквозного сценария. Сначала пользователь</a:t>
            </a:r>
          </a:p>
          <a:p>
            <a:r>
              <a:t>заходит из бота в mini app, затем выбирает интересы и доступное время. На карте</a:t>
            </a:r>
          </a:p>
          <a:p>
            <a:r>
              <a:t>он видит подходящие места и получает маршрут.</a:t>
            </a:r>
          </a:p>
          <a:p/>
          <a:p>
            <a:r>
              <a:t>После этого можно открыть карточку, сохранить или поделиться результатом, а</a:t>
            </a:r>
          </a:p>
          <a:p>
            <a:r>
              <a:t>позже вернуться к нему из профиля. Перед подачей нейтральные кадры на слайде</a:t>
            </a:r>
          </a:p>
          <a:p>
            <a:r>
              <a:t>будут заменены чистыми production-скриншотами; последовательность останется</a:t>
            </a:r>
          </a:p>
          <a:p>
            <a:r>
              <a:t>той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 здесь не просто контейнер для веб-страницы. Бот приводит пользователя в</a:t>
            </a:r>
          </a:p>
          <a:p>
            <a:r>
              <a:t>mini app, mini app помогает спланировать прогулку, а тот же канал возвращает к</a:t>
            </a:r>
          </a:p>
          <a:p>
            <a:r>
              <a:t>сохранённому маршруту и позволяет им поделиться.</a:t>
            </a:r>
          </a:p>
          <a:p/>
          <a:p>
            <a:r>
              <a:t>Справа мы отдельно показываем roadmap, а не готовую функцию: совместный маршрут</a:t>
            </a:r>
          </a:p>
          <a:p>
            <a:r>
              <a:t>для компании и уведомления об изменениях. Такое разделение важно — реализованный</a:t>
            </a:r>
          </a:p>
          <a:p>
            <a:r>
              <a:t>цикл уже можно проверить, а расширения имеют понятную связь с возможностями</a:t>
            </a:r>
          </a:p>
          <a:p>
            <a:r>
              <a:t>платформы.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Технический контур простой и воспроизводимый: MAX ведёт в React mini app,</a:t>
            </a:r>
          </a:p>
          <a:p>
            <a:r>
              <a:t>клиент работает с NestJS API, данные хранятся в PostgreSQL, а отдельная</a:t>
            </a:r>
          </a:p>
          <a:p>
            <a:r>
              <a:t>admin-панель управляет контентом. Docker Compose поднимает весь стенд одной</a:t>
            </a:r>
          </a:p>
          <a:p>
            <a:r>
              <a:t>командой.</a:t>
            </a:r>
          </a:p>
          <a:p/>
          <a:p>
            <a:r>
              <a:t>Контракт API описан в OpenAPI 3.0: сейчас это 142 пути. Seed создаёт 101 место и</a:t>
            </a:r>
          </a:p>
          <a:p>
            <a:r>
              <a:t>68 записей с фотографиями. Автоматическая проверка проходит health, базу,</a:t>
            </a:r>
          </a:p>
          <a:p>
            <a:r>
              <a:t>контент, поиск, построение маршрута, регистрацию и вход. Это не продуктовые</a:t>
            </a:r>
          </a:p>
          <a:p>
            <a:r>
              <a:t>метрики, а проверяемые факты технической готовности.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Продукт доступен в production и уже проходил внешнюю защиту. Он победил в кейсе</a:t>
            </a:r>
          </a:p>
          <a:p>
            <a:r>
              <a:t>5.1 «Непарадный Ставрополь: локальный гид» на хакатоне студенческих проектов</a:t>
            </a:r>
          </a:p>
          <a:p>
            <a:r>
              <a:t>СКФУ «Идеи для MAX»; очный финал состоялся 28 апреля 2026 года.</a:t>
            </a:r>
          </a:p>
          <a:p/>
          <a:p>
            <a:r>
              <a:t>Перед отправкой мы добавим публичное подтверждение победы в отмеченный слот.</a:t>
            </a:r>
          </a:p>
          <a:p>
            <a:r>
              <a:t>Следующая ступень зрелости для нас — не ещё один конкурсный функционал, а</a:t>
            </a:r>
          </a:p>
          <a:p>
            <a:r>
              <a:t>измеримый городской пилот.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Здесь принципиально показаны цели, а не якобы достигнутые значения. За четыре</a:t>
            </a:r>
          </a:p>
          <a:p>
            <a:r>
              <a:t>недели мы хотим проверить скорость, воронку, качество и возврат пользователя.</a:t>
            </a:r>
          </a:p>
          <a:p/>
          <a:p>
            <a:r>
              <a:t>Маршрут должен появляться не дольше чем за три минуты; не менее 60 процентов</a:t>
            </a:r>
          </a:p>
          <a:p>
            <a:r>
              <a:t>начавших должны завершить построение. Мы проверим переход из бота в mini app,</a:t>
            </a:r>
          </a:p>
          <a:p>
            <a:r>
              <a:t>сохранение или отправку маршрута, безошибочное прохождение основного сценария и</a:t>
            </a:r>
          </a:p>
          <a:p>
            <a:r>
              <a:t>возврат на седьмой день. Базовые значения фиксируем в первую неделю, а в конце</a:t>
            </a:r>
          </a:p>
          <a:p>
            <a:r>
              <a:t>принимаем решение о масштабировании.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Единица масштабирования — не копия приложения, а городской контент-пак:</a:t>
            </a:r>
          </a:p>
          <a:p>
            <a:r>
              <a:t>проверенные места, правила качества, локальные участники и аналитика поверх</a:t>
            </a:r>
          </a:p>
          <a:p>
            <a:r>
              <a:t>общего продукта и API.</a:t>
            </a:r>
          </a:p>
          <a:p/>
          <a:p>
            <a:r>
              <a:t>Сначала мы подтверждаем сценарий в Ставрополе, затем переносим процесс в</a:t>
            </a:r>
          </a:p>
          <a:p>
            <a:r>
              <a:t>туристический кластер КМВ и после этого — в соседний регион. Турцентры,</a:t>
            </a:r>
          </a:p>
          <a:p>
            <a:r>
              <a:t>учреждения культуры, организаторы и локальный бизнес здесь являются</a:t>
            </a:r>
          </a:p>
          <a:p>
            <a:r>
              <a:t>потенциальными партнёрами; мы не заявляем договорённости, которых ещё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Наш следующий шаг — измеримый городской пилот. От экосистемы хакатона нам</a:t>
            </a:r>
          </a:p>
          <a:p>
            <a:r>
              <a:t>нужны экспертиза MAX, доступ к тестовой аудитории и партнёры, которые помогут</a:t>
            </a:r>
          </a:p>
          <a:p>
            <a:r>
              <a:t>верифицировать локальный контент.</a:t>
            </a:r>
          </a:p>
          <a:p/>
          <a:p>
            <a:r>
              <a:t>Команда объединяет трёх fullstack-разработчиков и UX/UI-дизайнера: Никита</a:t>
            </a:r>
          </a:p>
          <a:p>
            <a:r>
              <a:t>Дибров — капитан, Дмитрий Диканский, Никита Панкин и Кирилл Новиков. Наша</a:t>
            </a:r>
          </a:p>
          <a:p>
            <a:r>
              <a:t>финальная мысль проста: мы помогаем не просто найти точки на карте, а прожить</a:t>
            </a:r>
          </a:p>
          <a:p>
            <a:r>
              <a:t>город, даже когда на него есть всего несколько часов.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