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14d10480d8947e7" Type="http://schemas.openxmlformats.org/package/2006/relationships/metadata/core-properties" Target="docProps/core.xml"/><Relationship Id="R9598e17091564ead" Type="http://schemas.openxmlformats.org/officeDocument/2006/relationships/officeDocument" Target="ppt/presentation.xml"/><Relationship Id="Ra7f1d9a562794be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9db5eced844640"/>
  </p:sldMasterIdLst>
  <p:notesMasterIdLst>
    <p:notesMasterId xmlns:r="http://schemas.openxmlformats.org/officeDocument/2006/relationships" r:id="Rd9194ae3c29d402b"/>
  </p:notesMasterIdLst>
  <p:sldIdLst>
    <p:sldId xmlns:r="http://schemas.openxmlformats.org/officeDocument/2006/relationships" id="256" r:id="R7fd28f5c975046b0"/>
    <p:sldId xmlns:r="http://schemas.openxmlformats.org/officeDocument/2006/relationships" id="257" r:id="R30ee4fa5923741fe"/>
    <p:sldId xmlns:r="http://schemas.openxmlformats.org/officeDocument/2006/relationships" id="258" r:id="Rd93a4236087a4963"/>
    <p:sldId xmlns:r="http://schemas.openxmlformats.org/officeDocument/2006/relationships" id="259" r:id="Rad165d3fe6654161"/>
    <p:sldId xmlns:r="http://schemas.openxmlformats.org/officeDocument/2006/relationships" id="260" r:id="Rc4565785820d47e6"/>
    <p:sldId xmlns:r="http://schemas.openxmlformats.org/officeDocument/2006/relationships" id="261" r:id="Rcdfd5d6c65ec464f"/>
    <p:sldId xmlns:r="http://schemas.openxmlformats.org/officeDocument/2006/relationships" id="262" r:id="R786276765d70411b"/>
    <p:sldId xmlns:r="http://schemas.openxmlformats.org/officeDocument/2006/relationships" id="263" r:id="Rfdd0bce174f64e46"/>
    <p:sldId xmlns:r="http://schemas.openxmlformats.org/officeDocument/2006/relationships" id="264" r:id="Rd9e4b5471f614cc8"/>
    <p:sldId xmlns:r="http://schemas.openxmlformats.org/officeDocument/2006/relationships" id="265" r:id="R243edfb1645e433c"/>
    <p:sldId xmlns:r="http://schemas.openxmlformats.org/officeDocument/2006/relationships" id="266" r:id="Red01098c89f3471b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132b4a90b9964948" Type="http://schemas.openxmlformats.org/officeDocument/2006/relationships/theme" Target="theme/theme1.xml"/><Relationship Id="R1b9db5eced844640" Type="http://schemas.openxmlformats.org/officeDocument/2006/relationships/slideMaster" Target="slideMasters/slideMaster1.xml"/><Relationship Id="R243edfb1645e433c" Type="http://schemas.openxmlformats.org/officeDocument/2006/relationships/slide" Target="slides/slide10.xml"/><Relationship Id="R30ee4fa5923741fe" Type="http://schemas.openxmlformats.org/officeDocument/2006/relationships/slide" Target="slides/slide2.xml"/><Relationship Id="R4733a462ed1a4664" Type="http://schemas.openxmlformats.org/officeDocument/2006/relationships/tableStyles" Target="tableStyles.xml"/><Relationship Id="R786276765d70411b" Type="http://schemas.openxmlformats.org/officeDocument/2006/relationships/slide" Target="slides/slide7.xml"/><Relationship Id="R7fd28f5c975046b0" Type="http://schemas.openxmlformats.org/officeDocument/2006/relationships/slide" Target="slides/slide1.xml"/><Relationship Id="R88393fab615b4b7d" Type="http://schemas.openxmlformats.org/officeDocument/2006/relationships/viewProps" Target="viewProps.xml"/><Relationship Id="Rad165d3fe6654161" Type="http://schemas.openxmlformats.org/officeDocument/2006/relationships/slide" Target="slides/slide4.xml"/><Relationship Id="Rc4565785820d47e6" Type="http://schemas.openxmlformats.org/officeDocument/2006/relationships/slide" Target="slides/slide5.xml"/><Relationship Id="Rcdfd5d6c65ec464f" Type="http://schemas.openxmlformats.org/officeDocument/2006/relationships/slide" Target="slides/slide6.xml"/><Relationship Id="Rd9194ae3c29d402b" Type="http://schemas.openxmlformats.org/officeDocument/2006/relationships/notesMaster" Target="notesMasters/notesMaster1.xml"/><Relationship Id="Rd93a4236087a4963" Type="http://schemas.openxmlformats.org/officeDocument/2006/relationships/slide" Target="slides/slide3.xml"/><Relationship Id="Rd9e4b5471f614cc8" Type="http://schemas.openxmlformats.org/officeDocument/2006/relationships/slide" Target="slides/slide9.xml"/><Relationship Id="Rdeb580ec3ea04837" Type="http://schemas.openxmlformats.org/officeDocument/2006/relationships/presProps" Target="presProps.xml"/><Relationship Id="Red01098c89f3471b" Type="http://schemas.openxmlformats.org/officeDocument/2006/relationships/slide" Target="slides/slide11.xml"/><Relationship Id="Rfdd0bce174f64e4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76cb5d4c820141aa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b8ef01adfbf4490" Type="http://schemas.openxmlformats.org/officeDocument/2006/relationships/notesMaster" Target="../notesMasters/notesMaster1.xml"/><Relationship Id="R3ccc20faa14149d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fa54ee82f8a4eee" Type="http://schemas.openxmlformats.org/officeDocument/2006/relationships/slide" Target="../slides/slide2.xml"/><Relationship Id="R8a81734a8a3c4a6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45dfc8d17ef4605" Type="http://schemas.openxmlformats.org/officeDocument/2006/relationships/slide" Target="../slides/slide3.xml"/><Relationship Id="Rd844d9926e3e4ae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17e900a140f4f68" Type="http://schemas.openxmlformats.org/officeDocument/2006/relationships/notesMaster" Target="../notesMasters/notesMaster1.xml"/><Relationship Id="R10b23b51e8b4430e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8c7fd044e5b45a7" Type="http://schemas.openxmlformats.org/officeDocument/2006/relationships/slide" Target="../slides/slide5.xml"/><Relationship Id="R5d7e7ca0b2cd4cbf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a4b4ea9cb6524856" Type="http://schemas.openxmlformats.org/officeDocument/2006/relationships/slide" Target="../slides/slide6.xml"/><Relationship Id="Re73fef9d5d464bb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83bfad30ba44fbd" Type="http://schemas.openxmlformats.org/officeDocument/2006/relationships/notesMaster" Target="../notesMasters/notesMaster1.xml"/><Relationship Id="Rdf5dd4dec2ef49e6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1518fb2e776a4cb8" Type="http://schemas.openxmlformats.org/officeDocument/2006/relationships/notesMaster" Target="../notesMasters/notesMaster1.xml"/><Relationship Id="R63c39d05f39e4a98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9ce037c797a74516" Type="http://schemas.openxmlformats.org/officeDocument/2006/relationships/notesMaster" Target="../notesMasters/notesMaster1.xml"/><Relationship Id="Re5b2995d030b4367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69d8894e767446c3" Type="http://schemas.openxmlformats.org/officeDocument/2006/relationships/notesMaster" Target="../notesMasters/notesMaster1.xml"/><Relationship Id="Reedc9eef90ed4d66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918b8b60d7f94990" Type="http://schemas.openxmlformats.org/officeDocument/2006/relationships/slide" Target="../slides/slide11.xml"/><Relationship Id="Ra6a76065a6f5468c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Первый слайд чисто технический — здесь всё, что нужно для проверки проекта: ссылка и QR-код на mini app, API, тестовый пользователь, commit зафиксированного исходного продукта и SHA-256 архива.</a:t>
            </a:r>
          </a:p>
          <a:p xmlns:a="http://schemas.openxmlformats.org/drawingml/2006/main">
            <a:r>
              <a:t>Проверить основной сценарий можно буквально за пару минут: открыть приложение, выбрать интересы, построить маршрут и сохранить его.</a:t>
            </a:r>
          </a:p>
          <a:p xmlns:a="http://schemas.openxmlformats.org/drawingml/2006/main">
            <a:r>
              <a:t>А дальше уже расскажу, для кого мы это сделали и какую проблему решаем.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Представим простую ситуацию: человек приехал в незнакомый город, у него есть несколько свободных часов, и он не хочет провести половину этого времени, листая карты, статьи и подборки.</a:t>
            </a:r>
          </a:p>
          <a:p xmlns:a="http://schemas.openxmlformats.org/drawingml/2006/main">
            <a:r>
              <a:t>Для этого мы сделали «Непарадный Ставрополь». Пользователь открывает MAX, выбирает, что ему интересно, сколько у него времени, и получает готовый маршрут для прогулки.</a:t>
            </a:r>
          </a:p>
          <a:p xmlns:a="http://schemas.openxmlformats.org/drawingml/2006/main">
            <a:r>
              <a:t>Причём это уже работающий продукт. Ставрополь для нас — первая точка запуска, но сама логика приложения не привязана к одному городу.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Наш основной пользователь — самостоятельный турист примерно от 18 до 35 лет, который приехал в город на день или на выходные.</a:t>
            </a:r>
          </a:p>
          <a:p xmlns:a="http://schemas.openxmlformats.org/drawingml/2006/main">
            <a:r>
              <a:t>Например, у него есть четыре часа до поезда. Он хочет погулять, посмотреть что-то интересное и местное, но сначала ему приходится открывать карты, читать отзывы, искать подборки, смотреть время работы и потом ещё вручную соединять всё это в маршрут.</a:t>
            </a:r>
          </a:p>
          <a:p xmlns:a="http://schemas.openxmlformats.org/drawingml/2006/main">
            <a:r>
              <a:t>В итоге заметная часть этих четырёх часов уходит ещё до начала прогулки.</a:t>
            </a:r>
          </a:p>
          <a:p xmlns:a="http://schemas.openxmlformats.org/drawingml/2006/main">
            <a:r>
              <a:t>Мы проверили проблему в семи анонимизированных интервью. У всех повторился один паттерн: карты, подборки и отзывы открываются отдельно; на сверку уходит от получаса до часа, а закрытые или слишком далёкие точки заставляют выбирать не самое интересное, а просто ближайшее место. Это качественное подтверждение проблемы, а количественный эффект мы будем измерять на пилоте.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этом слайде хорошо видно, что именно мы хотим изменить.</a:t>
            </a:r>
          </a:p>
          <a:p xmlns:a="http://schemas.openxmlformats.org/drawingml/2006/main">
            <a:r>
              <a:t>Сейчас человек ищет места в одном сервисе, отзывы — в другом, потом открывает карту и сам пытается понять, в каком порядке куда идти.</a:t>
            </a:r>
          </a:p>
          <a:p xmlns:a="http://schemas.openxmlformats.org/drawingml/2006/main">
            <a:r>
              <a:t>У нас этот путь короче: открыл MAX, указал интересы и свободное время, получил маршрут, сохранил его или отправил кому-то.</a:t>
            </a:r>
          </a:p>
          <a:p xmlns:a="http://schemas.openxmlformats.org/drawingml/2006/main">
            <a:r>
              <a:t>То есть мы не пытаемся сделать ещё один каталог достопримечательностей. Мы хотим убрать лишние действия между «хочу куда-нибудь сходить» и уже готовой прогулкой.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Сам сценарий выглядит так.</a:t>
            </a:r>
          </a:p>
          <a:p xmlns:a="http://schemas.openxmlformats.org/drawingml/2006/main">
            <a:r>
              <a:t>Пользователь заходит через бота в mini app, выбирает свои интересы и говорит, сколько времени у него есть.</a:t>
            </a:r>
          </a:p>
          <a:p xmlns:a="http://schemas.openxmlformats.org/drawingml/2006/main">
            <a:r>
              <a:t>После этого видит подходящие места на карте и получает собранный маршрут. Можно открыть карточку конкретного места, сохранить результат или поделиться им.</a:t>
            </a:r>
          </a:p>
          <a:p xmlns:a="http://schemas.openxmlformats.org/drawingml/2006/main">
            <a:r>
              <a:t>А если вернуться позже, сохранённый маршрут остаётся в профиле.</a:t>
            </a:r>
          </a:p>
          <a:p xmlns:a="http://schemas.openxmlformats.org/drawingml/2006/main">
            <a:r>
              <a:t>То есть весь основной сценарий можно пройти прямо сейчас от начала до конца.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нас MAX — это не просто место, внутри которого открывается веб-приложение. Бот не ведёт диалог и служит только точкой входа в mini app.</a:t>
            </a:r>
          </a:p>
          <a:p xmlns:a="http://schemas.openxmlformats.org/drawingml/2006/main">
            <a:r>
              <a:t>Дальше работает нативный MAX-контекст: приложение автоматически авторизует пользователя по подписанным данным, подхватывает имя и аватар, использует HapticFeedback и нативную кнопку «Назад». Место или маршрут можно отправить через shareMaxContent, а в сценарии создания контента доступен запрос контакта через WebApp API.</a:t>
            </a:r>
          </a:p>
          <a:p xmlns:a="http://schemas.openxmlformats.org/drawingml/2006/main">
            <a:r>
              <a:t>Поэтому интеграция заметна пользователю в ключевых действиях, а не ограничивается запуском обычной веб-страницы.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коротко про техническую часть: mini app сделан на React, backend — NestJS, данные хранятся в PostgreSQL, отдельно есть административная панель для управления контентом.</a:t>
            </a:r>
          </a:p>
          <a:p xmlns:a="http://schemas.openxmlformats.org/drawingml/2006/main">
            <a:r>
              <a:t>Весь проект можно поднять через Docker Compose одной командой.</a:t>
            </a:r>
          </a:p>
          <a:p xmlns:a="http://schemas.openxmlformats.org/drawingml/2006/main">
            <a:r>
              <a:t>API описан через OpenAPI 3.0. Сейчас в нём 152 пути и 178 операций. В тестовой базе — 101 место и 68 записей с фотографиями.</a:t>
            </a:r>
          </a:p>
          <a:p xmlns:a="http://schemas.openxmlformats.org/drawingml/2006/main">
            <a:r>
              <a:t>Также у нас есть автоматические проверки основных частей системы: health-check, база, контент, поиск, построение маршрута, регистрация и авторизация.</a:t>
            </a:r>
          </a:p>
          <a:p xmlns:a="http://schemas.openxmlformats.org/drawingml/2006/main">
            <a:r>
              <a:t>То есть проект можно не только посмотреть снаружи, но и нормально проверить технически.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Проект уже использовался не только внутри нашей команды.</a:t>
            </a:r>
          </a:p>
          <a:p xmlns:a="http://schemas.openxmlformats.org/drawingml/2006/main">
            <a:r>
              <a:t>С ним мы участвовали в хакатоне СКФУ «Идеи для MAX» и победили в кейсе «Непарадный Ставрополь: локальный гид». Финал проходил 28 апреля 2026 года.</a:t>
            </a:r>
          </a:p>
          <a:p xmlns:a="http://schemas.openxmlformats.org/drawingml/2006/main">
            <a:r>
              <a:t>Поэтому текущая версия — это уже не просто идея или макет.</a:t>
            </a:r>
          </a:p>
          <a:p xmlns:a="http://schemas.openxmlformats.org/drawingml/2006/main">
            <a:r>
              <a:t>Теперь нам интереснее проверить другое: будет ли продукт полезен обычным пользователям вне хакатона.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этого мы предлагаем небольшой четырёхнедельный пилот.</a:t>
            </a:r>
          </a:p>
          <a:p xmlns:a="http://schemas.openxmlformats.org/drawingml/2006/main">
            <a:r>
              <a:t>Здесь важно: цифры на слайде — это наши цели, а не результаты, которые мы уже получили.</a:t>
            </a:r>
          </a:p>
          <a:p xmlns:a="http://schemas.openxmlformats.org/drawingml/2006/main">
            <a:r>
              <a:t>Например, хотим, чтобы пользователь получал маршрут максимум за три минуты, а хотя бы 60% тех, кто начал сценарий, доходили до готового маршрута.</a:t>
            </a:r>
          </a:p>
          <a:p xmlns:a="http://schemas.openxmlformats.org/drawingml/2006/main">
            <a:r>
              <a:t>Также будем смотреть, переходят ли люди из бота в mini app, сохраняют ли маршрут, возникают ли ошибки и возвращаются ли пользователи через неделю.</a:t>
            </a:r>
          </a:p>
          <a:p xmlns:a="http://schemas.openxmlformats.org/drawingml/2006/main">
            <a:r>
              <a:t>Первую неделю собираем базовые показатели, а дальше уже смотрим, есть ли смысл масштабировать продукт.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 запуске в новом городе нам не нужно делать отдельное приложение с нуля.</a:t>
            </a:r>
          </a:p>
          <a:p xmlns:a="http://schemas.openxmlformats.org/drawingml/2006/main">
            <a:r>
              <a:t>Само ядро остаётся тем же: выбор интересов, построение маршрута, сохранение результата.</a:t>
            </a:r>
          </a:p>
          <a:p xmlns:a="http://schemas.openxmlformats.org/drawingml/2006/main">
            <a:r>
              <a:t>Меняется в первую очередь контент — места, фотографии, локальные правила, данные и партнёры.</a:t>
            </a:r>
          </a:p>
          <a:p xmlns:a="http://schemas.openxmlformats.org/drawingml/2006/main">
            <a:r>
              <a:t>Поэтому после Ставрополя логичным следующим шагом для нас выглядит КМВ, а затем уже можно пробовать другой регион.</a:t>
            </a:r>
          </a:p>
          <a:p xmlns:a="http://schemas.openxmlformats.org/drawingml/2006/main">
            <a:r>
              <a:t>И здесь важно, что турцентры, учреждения культуры и локальный бизнес мы пока рассматриваем именно как потенциальных партнёров — никаких договорённостей, которых нет, мы не заявляем.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коротко подвести итог: сейчас у нас уже есть работающий продукт, понятный пользовательский сценарий и техническая база.</a:t>
            </a:r>
          </a:p>
          <a:p xmlns:a="http://schemas.openxmlformats.org/drawingml/2006/main">
            <a:r>
              <a:t>Следующий шаг — проверить уже подтверждённую в семи интервью проблему на измеримом четырёхнедельном пилоте.</a:t>
            </a:r>
          </a:p>
          <a:p xmlns:a="http://schemas.openxmlformats.org/drawingml/2006/main">
            <a:r>
              <a:t>От хакатона нам в первую очередь интересны экспертиза команды MAX, доступ к аудитории для тестирования и контакты с локальными партнёрами, которые смогут помочь с качеством контента.</a:t>
            </a:r>
          </a:p>
          <a:p xmlns:a="http://schemas.openxmlformats.org/drawingml/2006/main">
            <a:r>
              <a:t>Нас в команде четверо: Никита Дибров — капитан, Дмитрий Диканский, Никита Панкин и Кирилл Новиков. Три fullstack-разработчика и UX/UI-дизайнер.</a:t>
            </a:r>
          </a:p>
          <a:p xmlns:a="http://schemas.openxmlformats.org/drawingml/2006/main">
            <a:r>
              <a:t>А сама идея проекта довольно простая: если у человека есть всего несколько часов в новом городе, мы хотим помочь ему потратить их на сам город, а не на поиск того, куда пойти.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c53edb3304c7488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7313b24b7994fc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771cb0238f2546a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c90a42d8d6c453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e4ff8454b094bf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afa005df66b440b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ce1f29b14ac4a1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45afe73dbb794444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193eee1fa5e49aa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8da1949e8254229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6166135a68a64f2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87CD5E-7428-451C-B111-8D44B0FD883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7728BE2-A394-403D-9786-084954C2C3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566AEC-49ED-423C-AF51-F3211101D0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70010E-0093-45B5-9A68-3571C164E2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62CEA43-E753-4DE7-BCDA-747D986C28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FF17D5-1A2C-4966-930A-6DFA87F16C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3B55299-949F-4CAD-AA07-F20CBA48DC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476F57D-61C7-4CE2-BD19-FCFD8A383A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9E5039-5756-4E41-98C3-98CD54E8D2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7C0F201-973F-4C8E-90FC-2DDFD55F69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B05D19-8D8E-4C1D-A2A6-0F2144B3E0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8A0BF82-9637-458C-B286-06C0878C4D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0FB51E-6CF2-4ED2-B8CD-C14FAE3011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A0DE0E-F740-43BC-A4E3-AFDCBDFD9A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C97143-B838-47F2-828A-B531D04D7C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C8BD1B-4F54-405C-ACF9-924112E4D3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C42A927-4B27-40BC-9AD9-F606337E6D8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7390212-8272-4010-9CED-669418EF76C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AB22BBB-E272-4D5E-A17D-CBD7EDE683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0257039-545F-477F-BDD5-E495892FAA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A1C677F-8DC0-443F-B801-51DD63D2C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D675A6-8079-412B-BA83-4FC3BEC45A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0CA1DC-1C2C-4E24-8B48-CE0E87EFD2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5E39D6E-44D4-4E6F-A3D6-11164A16FF1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96B562C-AB8E-434F-924F-5BD4A66212A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C3540D3-E4D2-457E-BD6A-31FB8BB3601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0C6F2BA-72FA-42A7-824B-BF7A4E3F41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B6C08F0-6AC3-4403-A7AC-23A7366450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3F4F0BB-9F3C-45AF-9F90-F2B3D38526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82CD3FD-905D-4532-9C4A-E57A7B5E71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E51DD77-38A2-4C88-9429-51B022285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AB2405C-1598-4B60-B824-DEB3CC004F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57D40CB-A1F2-462A-BF92-CF94C8E8B5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820428F-6AEC-4F53-854A-864A48FE4E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5ED04B-2AF6-48EE-AD11-950D5F2D6B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AD91643-4B72-4A4F-A276-DB6FEFFB4F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32B1EA-17E6-4B1E-979F-A88385F144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63F4ED7-BAC4-4CA0-9CEE-117F317FD1E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D689247-1ADD-4E20-A583-37B9C609891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85E6584-C33E-497E-AC92-F7E6BA3B9D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5966615-EDB5-469D-A53F-D9F7764C4C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7376406-1814-4CC4-B936-CFF4F9E63C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AFD64E-6034-4F2C-AE8E-8D730399EB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2C2067D-50A6-4B2F-9DC4-00F612D1DC2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C5A8E82-60F1-49E5-8500-3951BC9D616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65A456-D457-4683-8281-3917CB4364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F422457-9A77-4583-8693-71AD334A1A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A4D6870-CD34-4C87-BF6E-52703B5744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001A85-40DE-4DDA-9618-8554578789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915837-EDD7-4E20-80B2-43371BEE2B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B3D55D-06BB-4DBC-97EF-035E2DC314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163EF9-2B62-47EC-A16B-28DEB07A92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81DF3E8-DBC3-42E5-A645-FABFF88D40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C457F2F-C31D-4CF1-84A4-DD3DB95B7F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31935B6-7A91-40B6-9BA1-02ABA46049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D0BDB9-78D0-47CC-8D7B-A916A1BCFC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546C158-F912-4F00-A01F-B5B4033BA9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ABE56C-33EA-40EE-A074-0E67A5988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78ccc656f48c4e9c" Type="http://schemas.openxmlformats.org/officeDocument/2006/relationships/slideLayout" Target="../slideLayouts/slideLayout11.xml"/><Relationship Id="R87b5431ae737422e" Type="http://schemas.openxmlformats.org/officeDocument/2006/relationships/slideLayout" Target="../slideLayouts/slideLayout9.xml"/><Relationship Id="R910dbbe4501246b8" Type="http://schemas.openxmlformats.org/officeDocument/2006/relationships/theme" Target="theme/theme2.xml"/><Relationship Id="R91450c4005494eab" Type="http://schemas.openxmlformats.org/officeDocument/2006/relationships/slideLayout" Target="../slideLayouts/slideLayout6.xml"/><Relationship Id="R98dff3496b9b44c0" Type="http://schemas.openxmlformats.org/officeDocument/2006/relationships/slideLayout" Target="../slideLayouts/slideLayout2.xml"/><Relationship Id="R996a1fb84036493a" Type="http://schemas.openxmlformats.org/officeDocument/2006/relationships/slideLayout" Target="../slideLayouts/slideLayout3.xml"/><Relationship Id="R9f0f325809d14398" Type="http://schemas.openxmlformats.org/officeDocument/2006/relationships/slideLayout" Target="../slideLayouts/slideLayout5.xml"/><Relationship Id="Ra09f313d8aa1423a" Type="http://schemas.openxmlformats.org/officeDocument/2006/relationships/slideLayout" Target="../slideLayouts/slideLayout8.xml"/><Relationship Id="Rc48bd3fd31ad45dc" Type="http://schemas.openxmlformats.org/officeDocument/2006/relationships/slideLayout" Target="../slideLayouts/slideLayout4.xml"/><Relationship Id="Rc8b927cb1cb24303" Type="http://schemas.openxmlformats.org/officeDocument/2006/relationships/slideLayout" Target="../slideLayouts/slideLayout7.xml"/><Relationship Id="Rd0a4f07df7e7452a" Type="http://schemas.openxmlformats.org/officeDocument/2006/relationships/slideLayout" Target="../slideLayouts/slideLayout1.xml"/><Relationship Id="Rd1b319bbee2247f9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7E3AD2D-AE32-4F1D-96F5-0F201D5794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835044-A7C7-4BFA-AA26-67325CFA07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12EB65-89C2-41BD-8F91-E1279CED46E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9/30/2026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7DCD2C-6155-4C17-A8E9-02D6AFBA280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A8385C-A2F4-4BFB-9006-0212DE7A2B9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a4f07df7e7452a"/>
    <p:sldLayoutId xmlns:r="http://schemas.openxmlformats.org/officeDocument/2006/relationships" id="2147483650" r:id="R98dff3496b9b44c0"/>
    <p:sldLayoutId xmlns:r="http://schemas.openxmlformats.org/officeDocument/2006/relationships" id="2147483651" r:id="R996a1fb84036493a"/>
    <p:sldLayoutId xmlns:r="http://schemas.openxmlformats.org/officeDocument/2006/relationships" id="2147483652" r:id="Rc48bd3fd31ad45dc"/>
    <p:sldLayoutId xmlns:r="http://schemas.openxmlformats.org/officeDocument/2006/relationships" id="2147483653" r:id="R9f0f325809d14398"/>
    <p:sldLayoutId xmlns:r="http://schemas.openxmlformats.org/officeDocument/2006/relationships" id="2147483654" r:id="R91450c4005494eab"/>
    <p:sldLayoutId xmlns:r="http://schemas.openxmlformats.org/officeDocument/2006/relationships" id="2147483655" r:id="Rc8b927cb1cb24303"/>
    <p:sldLayoutId xmlns:r="http://schemas.openxmlformats.org/officeDocument/2006/relationships" id="2147483656" r:id="Ra09f313d8aa1423a"/>
    <p:sldLayoutId xmlns:r="http://schemas.openxmlformats.org/officeDocument/2006/relationships" id="2147483657" r:id="R87b5431ae737422e"/>
    <p:sldLayoutId xmlns:r="http://schemas.openxmlformats.org/officeDocument/2006/relationships" id="2147483658" r:id="Rd1b319bbee2247f9"/>
    <p:sldLayoutId xmlns:r="http://schemas.openxmlformats.org/officeDocument/2006/relationships" id="2147483659" r:id="R78ccc656f48c4e9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d1a0e81ed954c2a" Type="http://schemas.openxmlformats.org/officeDocument/2006/relationships/notesSlide" Target="../notesSlides/notesSlide1.xml"/><Relationship Id="R429b3f67b6754eea" Type="http://schemas.openxmlformats.org/officeDocument/2006/relationships/image" Target="../media/image.png"/><Relationship Id="R8409eebd66fb4444" Type="http://schemas.openxmlformats.org/officeDocument/2006/relationships/slideLayout" Target="../slideLayouts/slideLayout7.xml"/><Relationship Id="Rbfca85f85b3c4fe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00205c9ec47a4a91" Type="http://schemas.openxmlformats.org/officeDocument/2006/relationships/image" Target="../media/image3.png"/><Relationship Id="R70fab222b0cf41f3" Type="http://schemas.openxmlformats.org/officeDocument/2006/relationships/notesSlide" Target="../notesSlides/notesSlide2.xml"/><Relationship Id="Rff101dd79a814b42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6c372af442c24269" Type="http://schemas.openxmlformats.org/officeDocument/2006/relationships/image" Target="../media/image4.png"/><Relationship Id="Rb25f2fd7d9b549f0" Type="http://schemas.openxmlformats.org/officeDocument/2006/relationships/slideLayout" Target="../slideLayouts/slideLayout7.xml"/><Relationship Id="Rf0a6dbf8ba9f468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4c0649069bf64f82" Type="http://schemas.openxmlformats.org/officeDocument/2006/relationships/notesSlide" Target="../notesSlides/notesSlide4.xml"/><Relationship Id="Rbe0be8dbf3794af9" Type="http://schemas.openxmlformats.org/officeDocument/2006/relationships/image" Target="../media/image5.png"/><Relationship Id="Rfbe21bd570a348c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0b08496ec477421a" Type="http://schemas.openxmlformats.org/officeDocument/2006/relationships/notesSlide" Target="../notesSlides/notesSlide5.xml"/><Relationship Id="R344a828dc89c4ea4" Type="http://schemas.openxmlformats.org/officeDocument/2006/relationships/image" Target="../media/image4.jpeg"/><Relationship Id="R472937a9ed864f1f" Type="http://schemas.openxmlformats.org/officeDocument/2006/relationships/image" Target="../media/image5.jpeg"/><Relationship Id="R99fdf5a9f6924b24" Type="http://schemas.openxmlformats.org/officeDocument/2006/relationships/image" Target="../media/image.jpeg"/><Relationship Id="Ra854dcc2c2c1481d" Type="http://schemas.openxmlformats.org/officeDocument/2006/relationships/image" Target="../media/image2.jpeg"/><Relationship Id="Re551bc50f66e40a2" Type="http://schemas.openxmlformats.org/officeDocument/2006/relationships/image" Target="../media/image6.png"/><Relationship Id="Re5feda4ad2304f5b" Type="http://schemas.openxmlformats.org/officeDocument/2006/relationships/image" Target="../media/image3.jpeg"/><Relationship Id="Rf210fd6b2b9f4385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13d4f2cb94384372" Type="http://schemas.openxmlformats.org/officeDocument/2006/relationships/image" Target="../media/image7.png"/><Relationship Id="R51d7192a54814d5e" Type="http://schemas.openxmlformats.org/officeDocument/2006/relationships/notesSlide" Target="../notesSlides/notesSlide6.xml"/><Relationship Id="Rdc0ad4278f314e3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56a1482b7efa411b" Type="http://schemas.openxmlformats.org/officeDocument/2006/relationships/slideLayout" Target="../slideLayouts/slideLayout7.xml"/><Relationship Id="R7d45756e47574d72" Type="http://schemas.openxmlformats.org/officeDocument/2006/relationships/image" Target="../media/image8.png"/><Relationship Id="Rd42621a3052d443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568920ab2674d85" Type="http://schemas.openxmlformats.org/officeDocument/2006/relationships/notesSlide" Target="../notesSlides/notesSlide8.xml"/><Relationship Id="R99014d91940b4588" Type="http://schemas.openxmlformats.org/officeDocument/2006/relationships/slideLayout" Target="../slideLayouts/slideLayout7.xml"/><Relationship Id="Rd41462f104674376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5d29dedc76584404" Type="http://schemas.openxmlformats.org/officeDocument/2006/relationships/image" Target="../media/image10.png"/><Relationship Id="Rcec355dbae7b426c" Type="http://schemas.openxmlformats.org/officeDocument/2006/relationships/notesSlide" Target="../notesSlides/notesSlide9.xml"/><Relationship Id="Rcf9e6f4ffa9f48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0f696def024d46a3" Type="http://schemas.openxmlformats.org/officeDocument/2006/relationships/slideLayout" Target="../slideLayouts/slideLayout7.xml"/><Relationship Id="R5a3ab6288abd4642" Type="http://schemas.openxmlformats.org/officeDocument/2006/relationships/notesSlide" Target="../notesSlides/notesSlide10.xml"/><Relationship Id="Rc0e99f98e6584068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3ea23a5d62214914" Type="http://schemas.openxmlformats.org/officeDocument/2006/relationships/slideLayout" Target="../slideLayouts/slideLayout7.xml"/><Relationship Id="R6be04b70a3a7454d" Type="http://schemas.openxmlformats.org/officeDocument/2006/relationships/image" Target="../media/image12.png"/><Relationship Id="Re167622eb1d146b6" Type="http://schemas.openxmlformats.org/officeDocument/2006/relationships/image" Target="../media/image13.png"/><Relationship Id="Redc9bdcfcef84368" Type="http://schemas.openxmlformats.org/officeDocument/2006/relationships/notesSlide" Target="../notesSlides/notesSlide1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09C11F0-6CA4-4001-B6F9-20F9A33F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45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b3f67b6754e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20040"/>
            <a:ext cx="658368" cy="841248"/>
          </a:xfrm>
          <a:prstGeom xmlns:a="http://schemas.openxmlformats.org/drawingml/2006/main" prst="rect">
            <a:avLst/>
          </a:prstGeom>
        </p:spPr>
      </p:pic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6686CB6-5CF8-44F3-8B1A-339DC9DF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320040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01F1E"/>
                </a:solidFill>
                <a:latin typeface="Arial"/>
                <a:ea typeface="Arial"/>
                <a:cs typeface="Arial"/>
              </a:rPr>
              <a:t>Доступ к решению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E3BE56D-ED92-4966-9D3A-586E65AF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841248"/>
            <a:ext cx="4434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5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«Непарадный Ставрополь» — служебный первый слайд для технической проверки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43D455E-BE14-47C8-97B6-E782AE78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1752"/>
            <a:ext cx="256032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B9D0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49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a85f85b3c4f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5080" y="429768"/>
            <a:ext cx="987552" cy="987552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73DBD94-2956-4B68-B19F-6CF10063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475488"/>
            <a:ext cx="1051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1F1E"/>
                </a:solidFill>
                <a:latin typeface="Arial"/>
                <a:ea typeface="Arial"/>
                <a:cs typeface="Arial"/>
              </a:rPr>
              <a:t>Mini app / бот MAX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080D71-4C3A-4CBA-8469-7D7681D5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777240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QR и ссылка для быстрого входа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7DA6B7D-37E8-4E67-9BD2-20DA792C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1207008"/>
            <a:ext cx="1078992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66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https://max.ru/t632_hakaton_max_bot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13F964E-6392-4617-ACF4-0F3064D4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664208"/>
            <a:ext cx="5897880" cy="26791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1EE"/>
          </a:solidFill>
          <a:ln xmlns:a="http://schemas.openxmlformats.org/drawingml/2006/main" w="13970">
            <a:solidFill>
              <a:srgbClr val="B9D0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2E8707-2F0B-4CA6-B126-CD8E848C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828800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1F1E"/>
                </a:solidFill>
                <a:latin typeface="Arial"/>
                <a:ea typeface="Arial"/>
                <a:cs typeface="Arial"/>
              </a:rPr>
              <a:t>Проверочные ссылки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E1DB18A-F8FE-475B-9AE2-4E13A0AF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194560"/>
            <a:ext cx="544068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D4E2D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3BB6CF7-D1BB-47BA-86BB-93F7A418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313432"/>
            <a:ext cx="841248" cy="182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C5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36576" rIns="36576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MAX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E657D87-DBA1-4462-A010-6190D422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267712"/>
            <a:ext cx="398678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https://max.ru/t632_hakaton_max_bot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554CE11-7BF0-4A75-B1E8-72CBCB3A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459736"/>
            <a:ext cx="3986784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Основной</a:t>
            </a:r>
            <a:r>
              <a:rPr sz="78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 </a:t>
            </a:r>
            <a:r>
              <a:rPr sz="78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сценарий</a:t>
            </a:r>
            <a:r>
              <a:rPr sz="78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 </a:t>
            </a:r>
            <a:r>
              <a:rPr sz="78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запускается</a:t>
            </a:r>
            <a:r>
              <a:rPr sz="78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 в MAX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BEA664F-B867-4D85-B0BC-C21FA515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724912"/>
            <a:ext cx="544068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D4E2D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D2CCA08E-258E-4B74-8AC2-19DD8CAD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843784"/>
            <a:ext cx="841248" cy="182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C5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36576" rIns="36576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58484DC-791D-4DF9-A858-6784B674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98064"/>
            <a:ext cx="398678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https://max-guide.legacy-team.tech/api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0A1D026-0171-4F60-9979-10503895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990088"/>
            <a:ext cx="3986784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Публичный HTTPS API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CEBF72EB-2359-44C3-8B15-3C20F3D6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255264"/>
            <a:ext cx="544068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D4E2D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68B244E5-FC5F-4099-8A1C-FF8F0D62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74136"/>
            <a:ext cx="841248" cy="182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C5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36576" rIns="36576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DOCS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0408459-CDCA-401D-B8CC-16C5C961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3328416"/>
            <a:ext cx="398678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https://max-guide.legacy-team.tech/api/docs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E48D218-2FC2-4E07-8D96-1B40D60D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3520440"/>
            <a:ext cx="3986784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 b="0">
                <a:solidFill>
                  <a:srgbClr val="67827B"/>
                </a:solidFill>
                <a:latin typeface="Arial"/>
                <a:ea typeface="Arial"/>
                <a:cs typeface="Arial"/>
              </a:rPr>
              <a:t>Swagger / OpenAPI 3.x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D861A41F-A676-40D2-8A01-6862C86B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785615"/>
            <a:ext cx="544068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D4E2D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9D0A11CA-CC77-48C5-AF7C-487CFB9F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04487"/>
            <a:ext cx="841248" cy="182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6B3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36576" rIns="36576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ED3C66C-51A3-46DE-BA4C-A8BC6460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3819525"/>
            <a:ext cx="4248150" cy="316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>
                <a:solidFill>
                  <a:srgbClr val="163B37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63B37"/>
                </a:solidFill>
                <a:latin typeface="Arial"/>
                <a:ea typeface="Arial"/>
                <a:cs typeface="Arial"/>
              </a:rPr>
              <a:t>https://github.com/Inu221/max-guide-submission</a:t>
            </a:r>
          </a:p>
          <a:p xmlns:a="http://schemas.openxmlformats.org/drawingml/2006/main">
            <a:pPr algn="l">
              <a:buNone/>
              <a:defRPr sz="750">
                <a:solidFill>
                  <a:srgbClr val="163B37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63B37"/>
                </a:solidFill>
                <a:latin typeface="Arial"/>
                <a:ea typeface="Arial"/>
                <a:cs typeface="Arial"/>
              </a:rPr>
              <a:t>Исходники: dc8262cde5a101b237146c973b18a7e7e1939d3e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1C0F1B8E-D840-4830-8B8D-EFEF6137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114800"/>
            <a:ext cx="424815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85">
                <a:solidFill>
                  <a:srgbClr val="526B67"/>
                </a:solidFill>
                <a:latin typeface="Arial"/>
                <a:ea typeface="Arial"/>
                <a:cs typeface="Arial"/>
              </a:defRPr>
            </a:pPr>
            <a:r>
              <a:rPr sz="585">
                <a:solidFill>
                  <a:srgbClr val="526B67"/>
                </a:solidFill>
                <a:latin typeface="Arial"/>
                <a:ea typeface="Arial"/>
                <a:cs typeface="Arial"/>
              </a:rPr>
              <a:t>SHA-256 архива: 7ad7a2a35450bc439e819230508548ae0603976c34f92b2efdfbff5c8f8fb03d</a:t>
            </a:r>
            <a:endParaRPr sz="780" b="0">
              <a:solidFill>
                <a:srgbClr val="67827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5387D907-B91D-4133-B871-C8C3CD1E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64208"/>
            <a:ext cx="2221992" cy="26791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B9D0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FD452186-E024-4C9B-8042-1526F721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56231"/>
            <a:ext cx="950976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C5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36576" rIns="36576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 USER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EA2C6F92-5A66-4659-94C7-9DBC8CA2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148840"/>
            <a:ext cx="153619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1F1E"/>
                </a:solidFill>
                <a:latin typeface="Arial"/>
                <a:ea typeface="Arial"/>
                <a:cs typeface="Arial"/>
              </a:rPr>
              <a:t>Тестовый пользователь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32CBB574-121B-4A64-B7EF-959F6C36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615184"/>
            <a:ext cx="1630600" cy="1646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Логин:     </a:t>
            </a:r>
            <a:r>
              <a:rPr sz="950">
                <a:solidFill>
                  <a:srgbClr val="001F1E"/>
                </a:solidFill>
                <a:latin typeface="Arial"/>
                <a:ea typeface="Arial"/>
                <a:cs typeface="Arial"/>
              </a:rPr>
              <a:t>admin@admin.com</a:t>
            </a:r>
            <a:endParaRPr sz="950" b="0">
              <a:solidFill>
                <a:srgbClr val="001F1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9C912D91-65B1-4876-AEAF-17A531B3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935224"/>
            <a:ext cx="1481328" cy="457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Пароль:    </a:t>
            </a:r>
            <a:r>
              <a:rPr sz="95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adminadmin</a:t>
            </a:r>
            <a:endParaRPr sz="950" b="0">
              <a:solidFill>
                <a:srgbClr val="001F1E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</a:pPr>
            <a:endParaRPr sz="950">
              <a:solidFill>
                <a:srgbClr val="001F1E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</a:pPr>
            <a:r>
              <a:rPr sz="95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Роль: пользователь</a:t>
            </a: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0BCAA60C-5D72-448E-B1F5-792BDA3F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259" y="3455540"/>
            <a:ext cx="1948486" cy="480951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13970">
            <a:solidFill>
              <a:srgbClr val="D4E2D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Rounded Rectangle 38">
            <a:extLst xmlns:a="http://schemas.openxmlformats.org/drawingml/2006/main">
              <a:ext uri="{FF2B5EF4-FFF2-40B4-BE49-F238E27FC236}">
                <a16:creationId xmlns:a16="http://schemas.microsoft.com/office/drawing/2014/main" id="{10E4A229-8307-4698-AF85-B0CF3D29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517136"/>
            <a:ext cx="83210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B9D0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3E74B3B1-7120-4263-B152-CFDFC85B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26864"/>
            <a:ext cx="841248" cy="1645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6B3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36576" rIns="36576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F0F5FE42-08A0-4663-BF26-C562EBDE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579" y="4581145"/>
            <a:ext cx="665683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Открыть MAX → выбрать интересы и доступное время → получить маршрут → открыть карточку места → сохранить или отправить результат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5576CF4-18EF-4519-A965-7BE799B3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536946"/>
            <a:ext cx="1965960" cy="303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8288" tIns="9144" rIns="18288" bIns="9144" anchor="t">
            <a:spAutoFit/>
          </a:bodyPr>
          <a:lstStyle xmlns:a="http://schemas.openxmlformats.org/drawingml/2006/main"/>
          <a:p xmlns:a="http://schemas.openxmlformats.org/drawingml/2006/main">
            <a:r>
              <a:rPr sz="950" b="0">
                <a:solidFill>
                  <a:srgbClr val="001F1E"/>
                </a:solidFill>
                <a:latin typeface="Arial"/>
                <a:ea typeface="Arial"/>
                <a:cs typeface="Arial"/>
              </a:rPr>
              <a:t>Доступен только из браузера: </a:t>
            </a:r>
            <a:r>
              <a:rPr sz="900">
                <a:solidFill>
                  <a:srgbClr val="001F1E"/>
                </a:solidFill>
                <a:latin typeface="Arial"/>
                <a:ea typeface="Arial"/>
                <a:cs typeface="Arial"/>
              </a:rPr>
              <a:t>https://max-guide.legacy-team.tech</a:t>
            </a:r>
            <a:endParaRPr sz="950" b="0">
              <a:solidFill>
                <a:srgbClr val="001F1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66212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05c9ec47a4a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98135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372af442c242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94860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be8dbf3794a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059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1bc50f66e40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8936B-10C6-479E-9C7C-442EC0D6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1144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df5a9f6924b24"/>
          <a:stretch xmlns:a="http://schemas.openxmlformats.org/drawingml/2006/main"/>
        </p:blipFill>
        <p:spPr>
          <a:xfrm xmlns:a="http://schemas.openxmlformats.org/drawingml/2006/main">
            <a:off x="759619" y="1428750"/>
            <a:ext cx="928688" cy="2009775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BBD63F-2E7D-48E9-B0C5-4001D8A1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28750"/>
            <a:ext cx="11144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4dcc2c2c1481d"/>
          <a:stretch xmlns:a="http://schemas.openxmlformats.org/drawingml/2006/main"/>
        </p:blipFill>
        <p:spPr>
          <a:xfrm xmlns:a="http://schemas.openxmlformats.org/drawingml/2006/main">
            <a:off x="2436019" y="1428750"/>
            <a:ext cx="928688" cy="2009775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F1A137-724C-4130-B1F6-CC023343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1428750"/>
            <a:ext cx="11144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eda4ad2304f5b"/>
          <a:stretch xmlns:a="http://schemas.openxmlformats.org/drawingml/2006/main"/>
        </p:blipFill>
        <p:spPr>
          <a:xfrm xmlns:a="http://schemas.openxmlformats.org/drawingml/2006/main">
            <a:off x="4064794" y="1428750"/>
            <a:ext cx="928688" cy="2009775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7ACD57-DC5A-40AC-8B75-0820E1CA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1428750"/>
            <a:ext cx="11144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a828dc89c4ea4"/>
          <a:stretch xmlns:a="http://schemas.openxmlformats.org/drawingml/2006/main"/>
        </p:blipFill>
        <p:spPr>
          <a:xfrm xmlns:a="http://schemas.openxmlformats.org/drawingml/2006/main">
            <a:off x="5684044" y="1428750"/>
            <a:ext cx="928688" cy="2009775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237A7D-5C89-4610-8B51-0CF3DDCA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1428750"/>
            <a:ext cx="11144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937a9ed864f1f"/>
          <a:stretch xmlns:a="http://schemas.openxmlformats.org/drawingml/2006/main"/>
        </p:blipFill>
        <p:spPr>
          <a:xfrm xmlns:a="http://schemas.openxmlformats.org/drawingml/2006/main">
            <a:off x="7341394" y="1428750"/>
            <a:ext cx="928688" cy="2009775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992002-D592-4B10-9860-EA3B5522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90925"/>
            <a:ext cx="1714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1. Открыть mini app</a:t>
            </a:r>
          </a:p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и посмотреть ленту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893BE4-4A00-4E81-8C5D-4CF593CA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590925"/>
            <a:ext cx="1714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2. Выбрать параметры</a:t>
            </a:r>
          </a:p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прогулки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A8887-22B4-4C20-AC44-10FA2629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590925"/>
            <a:ext cx="1714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3. Построить маршрут</a:t>
            </a:r>
          </a:p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и посмотреть места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B011D-D9BA-429C-AF01-FE0EDF46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590925"/>
            <a:ext cx="1714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4. Открыть карточку</a:t>
            </a:r>
          </a:p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и поделиться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B4720-E1CB-45CA-8081-B35144F9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590925"/>
            <a:ext cx="1714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5. Открыть сохранённый</a:t>
            </a:r>
          </a:p>
          <a:p xmlns:a="http://schemas.openxmlformats.org/drawingml/2006/main">
            <a:pPr>
              <a:buNone/>
              <a:defRPr sz="975" b="1">
                <a:solidFill>
                  <a:srgbClr val="15283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2833"/>
                </a:solidFill>
                <a:latin typeface="Arial"/>
                <a:ea typeface="Arial"/>
                <a:cs typeface="Arial"/>
              </a:rPr>
              <a:t>маршрут на карте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A5AE7-18C2-4FA7-B7F7-66419AA7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10075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675">
                <a:solidFill>
                  <a:srgbClr val="929692"/>
                </a:solidFill>
                <a:latin typeface="Arial"/>
                <a:ea typeface="Arial"/>
                <a:cs typeface="Arial"/>
              </a:defRPr>
            </a:pPr>
            <a:r>
              <a:rPr sz="675">
                <a:solidFill>
                  <a:srgbClr val="929692"/>
                </a:solidFill>
                <a:latin typeface="Arial"/>
                <a:ea typeface="Arial"/>
                <a:cs typeface="Arial"/>
              </a:rPr>
              <a:t>Мобильный интерфейс работающего сервиса</a:t>
            </a:r>
          </a:p>
        </p:txBody>
      </p:sp>
    </p:spTree>
    <p:extLst>
      <p:ext uri="{BB962C8B-B14F-4D97-AF65-F5344CB8AC3E}">
        <p14:creationId xmlns:p14="http://schemas.microsoft.com/office/powerpoint/2010/main" val="126985379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4f2cb943843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65287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45756e47574d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86355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1462f1046743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2158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9dedc765844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44154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99f98e65840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8504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04b70a3a745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pic>
        <p:nvPicPr>
          <p:cNvPr id="4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7622eb1d146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8485" y="3341989"/>
            <a:ext cx="1403006" cy="1403006"/>
          </a:xfrm>
          <a:prstGeom xmlns:a="http://schemas.openxmlformats.org/drawingml/2006/main" prst="roundRect">
            <a:avLst>
              <a:gd name="adj" fmla="val 4167"/>
            </a:avLst>
          </a:prstGeom>
          <a:ln xmlns:a="http://schemas.openxmlformats.org/drawingml/2006/main" w="76200" cap="sq">
            <a:solidFill>
              <a:srgbClr val="292929"/>
            </a:solidFill>
            <a:miter/>
          </a:ln>
          <a:effectLst xmlns:a="http://schemas.openxmlformats.org/drawingml/2006/main">
            <a:reflection blurRad="12700" stA="2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9768812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2026-09-30T08:44:41.4910000Z</dcterms:created>
  <dcterms:modified xsi:type="dcterms:W3CDTF">2026-09-30T08:44:41.4910000Z</dcterms:modified>
</coreProperties>
</file>